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汉仪书宋二KW</vt:lpstr>
      <vt:lpstr>苹方-简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梁雨佳</cp:lastModifiedBy>
  <cp:revision>164</cp:revision>
  <dcterms:created xsi:type="dcterms:W3CDTF">2026-05-06T02:52:58Z</dcterms:created>
  <dcterms:modified xsi:type="dcterms:W3CDTF">2026-05-06T02:52:58Z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C89436B93EE8E680FBACFA69F01F9E8D_41</vt:lpwstr>
  </property>
</Properties>
</file>